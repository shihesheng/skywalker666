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59" r:id="rId5"/>
    <p:sldId id="258" r:id="rId6"/>
    <p:sldId id="260" r:id="rId7"/>
    <p:sldId id="261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1" autoAdjust="0"/>
    <p:restoredTop sz="94660"/>
  </p:normalViewPr>
  <p:slideViewPr>
    <p:cSldViewPr snapToGrid="0">
      <p:cViewPr varScale="1">
        <p:scale>
          <a:sx n="83" d="100"/>
          <a:sy n="83" d="100"/>
        </p:scale>
        <p:origin x="16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D3295-6E8E-E6F0-E3C7-6F569E1398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69C92E-EBCE-21C3-B727-03C0BF177A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24B4A5-858D-E3B5-1E37-5BA0C37EE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B7C21-2050-4923-8241-5629865D529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2781A6-FAC0-47BA-1890-BFEB42048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71B2D-AC95-D5C2-7380-23D8BD392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14D09-8E70-49DD-AC97-5245868B99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0120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58EC5-67CE-6692-DD4D-4E830EB9A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0D099-87C3-5A6E-DB75-0AF3EBAAC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2E445C-352C-68E6-01C0-0E0C715A2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B7C21-2050-4923-8241-5629865D529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850F3-2D16-FE0F-2B4B-EE674A907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BFE710-8859-3723-8F9C-6D861CDD4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14D09-8E70-49DD-AC97-5245868B99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4427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915B9-7128-CC89-5310-CF75323B7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0C952A-93DA-FF25-45F9-4876923D04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869A7B-F592-9495-7F2C-48142A627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B7C21-2050-4923-8241-5629865D529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2993D-39E0-7721-3D7E-087E18C9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F524B-0E1F-DCC9-2917-4BA59C602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14D09-8E70-49DD-AC97-5245868B99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2323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EE88F-9384-66E7-2E73-702E68274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D78DB5-5E37-F5DC-00AF-77D57F2BF3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36B4B8-E28F-7D32-7A23-3DC1EE25E9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D8B22E-2240-0250-ED52-962212EFE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B7C21-2050-4923-8241-5629865D529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51AF8D-CDD3-FA39-2788-32F353B88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658E59-7101-60B6-0C90-E13A4BAA6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14D09-8E70-49DD-AC97-5245868B99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1516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C2D29-729F-5533-B5B0-F3607AB46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848A25-5E00-E560-92CE-C04D737E1A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58A13F-F7FC-F265-E90A-88197DC69A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4E3F67-7E71-E019-FF4A-136A4D3A97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90B249-7D0F-E1DC-7DD8-7A6927C48D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6CC26E-4270-BAC2-F16E-90E8EE8B5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B7C21-2050-4923-8241-5629865D529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86838C-440D-3CBB-160C-A23845BCF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A54928-49A1-0EB5-F288-64EEDFB23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14D09-8E70-49DD-AC97-5245868B99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1035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407BA-E99E-7364-B441-C2DC39ED6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7A23FA-C3EA-3760-7968-411B1A6BB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B7C21-2050-4923-8241-5629865D529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671B4-F95C-C7E7-22F3-67E484F7E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901F03-7D8E-9F03-FAC7-FE0F12A1F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14D09-8E70-49DD-AC97-5245868B99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5781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FA0DC9-CA4E-A02E-DEBD-914EB802F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B7C21-2050-4923-8241-5629865D529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E80D40-8DC1-FA72-A867-9DC136B6B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1843B2-938D-05C6-23FD-0A958EFC5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14D09-8E70-49DD-AC97-5245868B99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12604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28C2F-97B2-3F88-CD2D-9B5D47560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DFAF1-F8BE-9A89-DA46-89C1E0B719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EEE4FE-BF89-4FEF-F2EC-917D4B34CF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F834-D903-DEA9-6045-F732B76AD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B7C21-2050-4923-8241-5629865D529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6AAC6E-195A-754D-62BB-E0267D182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938DB9-7594-5EA2-BB45-B89F443E9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14D09-8E70-49DD-AC97-5245868B99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2295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0E7F2-20C4-2AD4-2495-85CC92210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11DD0F-AA19-6954-4FC5-1198372710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2386CA-AF46-FE3F-2598-90B0CB6EF0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D4D0FD-5ED9-92C3-235F-910A88314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B7C21-2050-4923-8241-5629865D529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15D183-B937-A802-AB34-6399FBB22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D3E14A-044B-E42F-B67D-EAF4B3D1F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14D09-8E70-49DD-AC97-5245868B99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2764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687D6-9F1F-EE48-A412-16D59A5BE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337CBD-698F-08F6-22E7-3D4BCE7C81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858C8A-5A49-C144-5060-13CC08F90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B7C21-2050-4923-8241-5629865D529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F917BC-73F3-7454-FBA5-F90D42A1C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4440B0-C6DC-9757-363B-B2AC013CA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14D09-8E70-49DD-AC97-5245868B99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2536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194EB6-F898-78D5-6C60-A51FFDBCD1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9232A1-9362-F100-C1D6-AC906224BC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804266-C04B-3FDD-6614-8447E5977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B7C21-2050-4923-8241-5629865D529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2987AF-CC4A-6054-901B-3332B6123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AEE302-AEB8-B764-C9A6-944AE6DEA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14D09-8E70-49DD-AC97-5245868B99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3790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BFA048-E452-3296-0E71-FFD66453D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D4E4A2-4EC3-D50E-C08C-5CE595F40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352E9A-941A-F960-3C45-7AC6A88750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4B7C21-2050-4923-8241-5629865D529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25A137-DDEF-852E-D768-76A1DBDDC8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5AE8BB-C5B6-9961-5D10-11FB322A4E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14D09-8E70-49DD-AC97-5245868B99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4547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ED8F-7934-6B6C-B000-E28B6AC790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副部竞选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0918F7-2C77-1E02-0BF1-ACB8DF21AF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16793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00757-4136-5BA5-7504-5555D1246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7A7D6-5C5A-ACD6-AE7A-ABC967CD17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自我介绍</a:t>
            </a:r>
            <a:endParaRPr lang="en-US" altLang="zh-CN" dirty="0"/>
          </a:p>
          <a:p>
            <a:r>
              <a:rPr lang="zh-CN" altLang="en-US" dirty="0"/>
              <a:t>我与外联</a:t>
            </a:r>
            <a:endParaRPr lang="en-US" altLang="zh-CN" dirty="0"/>
          </a:p>
          <a:p>
            <a:r>
              <a:rPr lang="zh-CN" altLang="en-US" dirty="0"/>
              <a:t>岗位理解</a:t>
            </a:r>
            <a:endParaRPr lang="en-US" altLang="zh-CN" dirty="0"/>
          </a:p>
          <a:p>
            <a:r>
              <a:rPr lang="zh-CN" altLang="en-US" dirty="0"/>
              <a:t>未来规划</a:t>
            </a:r>
            <a:r>
              <a:rPr lang="en-US" altLang="zh-CN" dirty="0"/>
              <a:t>&amp;</a:t>
            </a:r>
            <a:r>
              <a:rPr lang="zh-CN" altLang="en-US" dirty="0"/>
              <a:t>工作设想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86395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AE00C-FA30-4053-73F9-8770782BC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自我简介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880D8-2CDA-17F4-6C95-D3223423E7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自我简介文字部分留出</a:t>
            </a:r>
            <a:endParaRPr lang="en-US" altLang="zh-CN" dirty="0"/>
          </a:p>
          <a:p>
            <a:r>
              <a:rPr lang="zh-CN" altLang="en-US" dirty="0"/>
              <a:t>动画设计为名片类，个人介绍弹出效果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67905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F5A0A-9C89-233A-D580-0E4DD19DF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我与外联 下面这些每一个单独的小点做一个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7DCBC-E658-96C4-5C09-50FCD557F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端午节（图片两张留位）</a:t>
            </a:r>
            <a:endParaRPr lang="en-US" altLang="zh-CN" dirty="0"/>
          </a:p>
          <a:p>
            <a:r>
              <a:rPr lang="zh-CN" altLang="en-US" dirty="0"/>
              <a:t>全员加速中（图片两张）</a:t>
            </a:r>
            <a:endParaRPr lang="en-US" altLang="zh-CN" dirty="0"/>
          </a:p>
          <a:p>
            <a:r>
              <a:rPr lang="zh-CN" altLang="en-US" dirty="0"/>
              <a:t>期末加油包（图片两张）</a:t>
            </a:r>
            <a:endParaRPr lang="en-US" altLang="zh-CN" dirty="0"/>
          </a:p>
          <a:p>
            <a:r>
              <a:rPr lang="en-US" altLang="zh-CN" dirty="0"/>
              <a:t>launch</a:t>
            </a:r>
            <a:r>
              <a:rPr lang="zh-CN" altLang="en-US" dirty="0"/>
              <a:t> </a:t>
            </a:r>
            <a:r>
              <a:rPr lang="en-US" altLang="zh-CN" dirty="0"/>
              <a:t>week </a:t>
            </a:r>
            <a:r>
              <a:rPr lang="zh-CN" altLang="en-US" dirty="0"/>
              <a:t>（图片两张）</a:t>
            </a:r>
            <a:endParaRPr lang="en-US" altLang="zh-CN" dirty="0"/>
          </a:p>
          <a:p>
            <a:r>
              <a:rPr lang="en-US" altLang="zh-CN" dirty="0"/>
              <a:t>Welcome party</a:t>
            </a:r>
            <a:r>
              <a:rPr lang="zh-CN" altLang="en-US" dirty="0"/>
              <a:t> </a:t>
            </a:r>
            <a:r>
              <a:rPr lang="en-US" altLang="zh-CN" dirty="0"/>
              <a:t> (</a:t>
            </a:r>
            <a:r>
              <a:rPr lang="zh-CN" altLang="en-US" dirty="0"/>
              <a:t>图片三张）</a:t>
            </a:r>
            <a:endParaRPr lang="en-US" altLang="zh-CN" dirty="0"/>
          </a:p>
          <a:p>
            <a:r>
              <a:rPr lang="zh-CN" altLang="en-US" dirty="0"/>
              <a:t>紫金宣讲（图片一张）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98900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BC7CA-125C-06C8-2DD1-A9221A717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岗位理解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6F8B1-15EF-8B02-EFC0-CB994C9B50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r>
              <a:rPr lang="zh-CN" altLang="en-US" dirty="0"/>
              <a:t>部分，文字部分填充，动画</a:t>
            </a:r>
          </a:p>
        </p:txBody>
      </p:sp>
    </p:spTree>
    <p:extLst>
      <p:ext uri="{BB962C8B-B14F-4D97-AF65-F5344CB8AC3E}">
        <p14:creationId xmlns:p14="http://schemas.microsoft.com/office/powerpoint/2010/main" val="3286848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74648-C70D-CBF6-462C-253D21946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未来规划</a:t>
            </a:r>
            <a:r>
              <a:rPr lang="en-US" altLang="zh-CN" dirty="0"/>
              <a:t>&amp;</a:t>
            </a:r>
            <a:r>
              <a:rPr lang="zh-CN" altLang="en-US" dirty="0"/>
              <a:t>工作设想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45048-CF17-50E7-8530-CDEDEDC90D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r>
              <a:rPr lang="zh-CN" altLang="en-US" dirty="0"/>
              <a:t>部分，文字部分填充，动画</a:t>
            </a:r>
          </a:p>
        </p:txBody>
      </p:sp>
    </p:spTree>
    <p:extLst>
      <p:ext uri="{BB962C8B-B14F-4D97-AF65-F5344CB8AC3E}">
        <p14:creationId xmlns:p14="http://schemas.microsoft.com/office/powerpoint/2010/main" val="4132554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71D64-1EE2-DD69-5CA8-9C2BFA40B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9402F1-FA08-91DB-B55A-046EF361A9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谢谢大家</a:t>
            </a:r>
          </a:p>
        </p:txBody>
      </p:sp>
    </p:spTree>
    <p:extLst>
      <p:ext uri="{BB962C8B-B14F-4D97-AF65-F5344CB8AC3E}">
        <p14:creationId xmlns:p14="http://schemas.microsoft.com/office/powerpoint/2010/main" val="23455658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</Words>
  <Application>Microsoft Office PowerPoint</Application>
  <PresentationFormat>Widescreen</PresentationFormat>
  <Paragraphs>28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等线</vt:lpstr>
      <vt:lpstr>等线 Light</vt:lpstr>
      <vt:lpstr>Arial</vt:lpstr>
      <vt:lpstr>Office Theme</vt:lpstr>
      <vt:lpstr>副部竞选</vt:lpstr>
      <vt:lpstr>PowerPoint Presentation</vt:lpstr>
      <vt:lpstr>自我简介</vt:lpstr>
      <vt:lpstr>我与外联 下面这些每一个单独的小点做一个</vt:lpstr>
      <vt:lpstr>岗位理解</vt:lpstr>
      <vt:lpstr>未来规划&amp;工作设想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Shihe Sheng</dc:creator>
  <cp:lastModifiedBy>Shihe Sheng</cp:lastModifiedBy>
  <cp:revision>1</cp:revision>
  <dcterms:created xsi:type="dcterms:W3CDTF">2026-09-22T12:14:56Z</dcterms:created>
  <dcterms:modified xsi:type="dcterms:W3CDTF">2026-09-22T12:15:20Z</dcterms:modified>
</cp:coreProperties>
</file>